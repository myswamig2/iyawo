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6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54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9FB18A-C192-4F43-B5E8-E5A2E6AB35BE}" type="datetimeFigureOut">
              <a:rPr lang="en-US" smtClean="0"/>
              <a:pPr/>
              <a:t>4/6/2025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AB19CA-8CCF-4C88-AC9C-51A42CCC594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C9754-D6E8-4BB3-9642-248C1FC1BF22}" type="datetime9">
              <a:rPr lang="en-US" smtClean="0"/>
              <a:t>4/6/2025 2:37:44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Pre-DivinationLesson0.5IfaMayami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93B23-CDD4-4CBF-A178-28C39A584B84}" type="datetime9">
              <a:rPr lang="en-US" smtClean="0"/>
              <a:t>4/6/2025 2:37:44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Pre-DivinationLesson0.5IfaMayami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9EA07-54BA-49C2-9993-36A7463487D2}" type="datetime9">
              <a:rPr lang="en-US" smtClean="0"/>
              <a:t>4/6/2025 2:37:44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Pre-DivinationLesson0.5IfaMayami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41B4A-AF26-40F7-B69B-87D861EED8CC}" type="datetime9">
              <a:rPr lang="en-US" smtClean="0"/>
              <a:t>4/6/2025 2:37:44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Pre-DivinationLesson0.5IfaMayami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52BCD-4F07-49D0-B0BC-553CE5690B13}" type="datetime9">
              <a:rPr lang="en-US" smtClean="0"/>
              <a:t>4/6/2025 2:37:44 PM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Pre-DivinationLesson0.5IfaMayami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BF5E6-0E62-4828-B03D-3ACBE9BA80C0}" type="datetime9">
              <a:rPr lang="en-US" smtClean="0"/>
              <a:t>4/6/2025 2:37:44 PM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Pre-DivinationLesson0.5IfaMayami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64B0-3D52-4C79-920D-CF8F04BBE65F}" type="datetime9">
              <a:rPr lang="en-US" smtClean="0"/>
              <a:t>4/6/2025 2:37:44 PM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Pre-DivinationLesson0.5IfaMayami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F274C-1223-4F80-BF20-B6BB27ED4722}" type="datetime9">
              <a:rPr lang="en-US" smtClean="0"/>
              <a:t>4/6/2025 2:37:44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Pre-DivinationLesson0.5IfaMayami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333D4-2F4E-4D53-9960-C8E06AC3D16D}" type="datetime9">
              <a:rPr lang="en-US" smtClean="0"/>
              <a:t>4/6/2025 2:37:44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Pre-DivinationLesson0.5IfaMayami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464BB-1B0C-45FA-984C-D948120E6ACE}" type="datetime9">
              <a:rPr lang="en-US" smtClean="0"/>
              <a:t>4/6/2025 2:37:44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Pre-DivinationLesson0.5IfaMayami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08D45-2EBD-42B6-94D4-CBB04921DE59}" type="datetime9">
              <a:rPr lang="en-US" smtClean="0"/>
              <a:t>4/6/2025 2:37:44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Pre-DivinationLesson0.5IfaMayami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98F8DB-4EC5-43E5-9C11-C7E87222C1E7}" type="datetime9">
              <a:rPr lang="en-US" smtClean="0"/>
              <a:t>4/6/2025 2:37:44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Pre-DivinationLesson0.5IfaMayami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random/>
  </p:transition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457200"/>
            <a:ext cx="7772400" cy="1470025"/>
          </a:xfrm>
        </p:spPr>
        <p:txBody>
          <a:bodyPr/>
          <a:lstStyle/>
          <a:p>
            <a:r>
              <a:rPr lang="en-US" dirty="0" err="1" smtClean="0"/>
              <a:t>IfaMayami</a:t>
            </a:r>
            <a:r>
              <a:rPr lang="en-US" dirty="0" smtClean="0"/>
              <a:t> Insert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447800"/>
            <a:ext cx="6400800" cy="1295400"/>
          </a:xfrm>
        </p:spPr>
        <p:txBody>
          <a:bodyPr>
            <a:normAutofit/>
          </a:bodyPr>
          <a:lstStyle/>
          <a:p>
            <a:r>
              <a:rPr lang="en-US" dirty="0" err="1" smtClean="0"/>
              <a:t>Pre_Divination</a:t>
            </a:r>
            <a:r>
              <a:rPr lang="en-US" dirty="0" smtClean="0"/>
              <a:t> Lesson0.5</a:t>
            </a:r>
          </a:p>
          <a:p>
            <a:r>
              <a:rPr lang="en-US" dirty="0" smtClean="0"/>
              <a:t>Hint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Pre-DivinationLesson0.5IfaMayami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8" name="Picture 7" descr="favicon-32x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52400"/>
            <a:ext cx="3048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2400" y="2590800"/>
            <a:ext cx="899160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/>
              <a:t>Or</a:t>
            </a:r>
          </a:p>
          <a:p>
            <a:pPr algn="ctr"/>
            <a:r>
              <a:rPr lang="en-US" sz="4000" dirty="0" smtClean="0"/>
              <a:t>‘But Baba!!!! I don’t know what you </a:t>
            </a:r>
            <a:r>
              <a:rPr lang="en-US" sz="4000" dirty="0" err="1" smtClean="0"/>
              <a:t>talkin</a:t>
            </a:r>
            <a:r>
              <a:rPr lang="en-US" sz="4000" dirty="0" smtClean="0"/>
              <a:t> bout, break it down for me please!”</a:t>
            </a:r>
          </a:p>
          <a:p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F4E20-4A83-4F5A-A1A1-F0A9A8CA3F60}" type="datetime9">
              <a:rPr lang="en-US" smtClean="0"/>
              <a:t>4/6/2025 2:37:56 PM</a:t>
            </a:fld>
            <a:endParaRPr 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8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4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22" dur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4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27" dur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3" grpId="1" build="p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Pre-DivinationLesson0.5IfaMayami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429000" y="381000"/>
            <a:ext cx="5410200" cy="160043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“The </a:t>
            </a:r>
            <a:r>
              <a:rPr lang="en-US" sz="1600" b="1" i="1" dirty="0" smtClean="0"/>
              <a:t>serious</a:t>
            </a:r>
            <a:r>
              <a:rPr lang="en-US" sz="1600" dirty="0" smtClean="0"/>
              <a:t> initiate will construct two </a:t>
            </a:r>
            <a:r>
              <a:rPr lang="en-US" sz="1600" dirty="0" err="1" smtClean="0"/>
              <a:t>Octagrams</a:t>
            </a:r>
            <a:r>
              <a:rPr lang="en-US" sz="1600" dirty="0" smtClean="0"/>
              <a:t> based on the heads/tails of a  cast, remove their </a:t>
            </a:r>
            <a:r>
              <a:rPr lang="en-US" sz="1600" dirty="0" err="1" smtClean="0"/>
              <a:t>Orisha</a:t>
            </a:r>
            <a:r>
              <a:rPr lang="en-US" sz="1600" dirty="0" smtClean="0"/>
              <a:t> element from each </a:t>
            </a:r>
            <a:r>
              <a:rPr lang="en-US" sz="1600" dirty="0" err="1" smtClean="0"/>
              <a:t>octagram</a:t>
            </a:r>
            <a:r>
              <a:rPr lang="en-US" sz="1600" dirty="0" smtClean="0"/>
              <a:t> and reveal two side by side hexagrams.”</a:t>
            </a:r>
          </a:p>
          <a:p>
            <a:endParaRPr lang="en-US" sz="1600" dirty="0" smtClean="0"/>
          </a:p>
          <a:p>
            <a:r>
              <a:rPr lang="en-US" b="1" dirty="0" smtClean="0"/>
              <a:t>JTP 2024 </a:t>
            </a:r>
            <a:r>
              <a:rPr lang="en-US" sz="1600" b="1" i="1" dirty="0" smtClean="0"/>
              <a:t>Living in Alignment with Absolute Truth 3.2</a:t>
            </a:r>
          </a:p>
          <a:p>
            <a:r>
              <a:rPr lang="en-US" sz="1600" b="1" i="1" dirty="0" smtClean="0"/>
              <a:t> </a:t>
            </a:r>
            <a:r>
              <a:rPr lang="en-US" sz="1600" u="sng" dirty="0" smtClean="0"/>
              <a:t>Pre-Divination Lesson 0.5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609600" y="5105400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762000" y="45720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295400" y="4724400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04800" y="2971800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990600" y="3124200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81000" y="22860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762000" y="2743200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066800" y="2362200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09600" y="3276600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1524000" y="28956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1295400" y="3352800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1524000" y="36576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762000" y="38862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1219200" y="39624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304800" y="4114800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1371600" y="4191000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 descr="favicon-32x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52400"/>
            <a:ext cx="304800" cy="304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09600" y="5257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1295400" y="4724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612714" y="4355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1371600" y="4191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-76200" y="4267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990600" y="3974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533400" y="3886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1298514" y="3669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1066800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381000" y="3200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765114" y="3124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11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76200" y="29718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13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1298514" y="2895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533400" y="2743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14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841314" y="2286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15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152400" y="22098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16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1066800" y="1143000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16 </a:t>
            </a:r>
            <a:r>
              <a:rPr lang="en-US" dirty="0" err="1" smtClean="0"/>
              <a:t>knuckels</a:t>
            </a:r>
            <a:r>
              <a:rPr lang="en-US" dirty="0" smtClean="0"/>
              <a:t>  cast with spy!</a:t>
            </a:r>
            <a:endParaRPr lang="en-US" dirty="0"/>
          </a:p>
        </p:txBody>
      </p:sp>
      <p:sp>
        <p:nvSpPr>
          <p:cNvPr id="43" name="Oval 42"/>
          <p:cNvSpPr/>
          <p:nvPr/>
        </p:nvSpPr>
        <p:spPr>
          <a:xfrm>
            <a:off x="1524000" y="3200400"/>
            <a:ext cx="304800" cy="3048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/>
          <p:cNvGrpSpPr/>
          <p:nvPr/>
        </p:nvGrpSpPr>
        <p:grpSpPr>
          <a:xfrm>
            <a:off x="4191000" y="4419600"/>
            <a:ext cx="762000" cy="1588"/>
            <a:chOff x="3962400" y="5562600"/>
            <a:chExt cx="762000" cy="1588"/>
          </a:xfrm>
        </p:grpSpPr>
        <p:cxnSp>
          <p:nvCxnSpPr>
            <p:cNvPr id="45" name="Straight Connector 44"/>
            <p:cNvCxnSpPr/>
            <p:nvPr/>
          </p:nvCxnSpPr>
          <p:spPr>
            <a:xfrm>
              <a:off x="44196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39624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>
          <a:xfrm>
            <a:off x="4191000" y="4113212"/>
            <a:ext cx="762000" cy="1588"/>
            <a:chOff x="3962400" y="5562600"/>
            <a:chExt cx="762000" cy="1588"/>
          </a:xfrm>
        </p:grpSpPr>
        <p:cxnSp>
          <p:nvCxnSpPr>
            <p:cNvPr id="50" name="Straight Connector 49"/>
            <p:cNvCxnSpPr/>
            <p:nvPr/>
          </p:nvCxnSpPr>
          <p:spPr>
            <a:xfrm>
              <a:off x="44196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39624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" name="Straight Connector 52"/>
          <p:cNvCxnSpPr/>
          <p:nvPr/>
        </p:nvCxnSpPr>
        <p:spPr>
          <a:xfrm>
            <a:off x="4191000" y="3810000"/>
            <a:ext cx="762000" cy="158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/>
          <p:cNvGrpSpPr/>
          <p:nvPr/>
        </p:nvGrpSpPr>
        <p:grpSpPr>
          <a:xfrm>
            <a:off x="4191000" y="3582988"/>
            <a:ext cx="762000" cy="1588"/>
            <a:chOff x="3962400" y="5562600"/>
            <a:chExt cx="762000" cy="1588"/>
          </a:xfrm>
        </p:grpSpPr>
        <p:cxnSp>
          <p:nvCxnSpPr>
            <p:cNvPr id="57" name="Straight Connector 56"/>
            <p:cNvCxnSpPr/>
            <p:nvPr/>
          </p:nvCxnSpPr>
          <p:spPr>
            <a:xfrm>
              <a:off x="44196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39624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/>
          <p:cNvGrpSpPr/>
          <p:nvPr/>
        </p:nvGrpSpPr>
        <p:grpSpPr>
          <a:xfrm>
            <a:off x="4191000" y="3276600"/>
            <a:ext cx="762000" cy="1588"/>
            <a:chOff x="3962400" y="5562600"/>
            <a:chExt cx="762000" cy="1588"/>
          </a:xfrm>
        </p:grpSpPr>
        <p:cxnSp>
          <p:nvCxnSpPr>
            <p:cNvPr id="60" name="Straight Connector 59"/>
            <p:cNvCxnSpPr/>
            <p:nvPr/>
          </p:nvCxnSpPr>
          <p:spPr>
            <a:xfrm>
              <a:off x="44196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39624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" name="Straight Connector 61"/>
          <p:cNvCxnSpPr/>
          <p:nvPr/>
        </p:nvCxnSpPr>
        <p:spPr>
          <a:xfrm>
            <a:off x="4191000" y="3048000"/>
            <a:ext cx="762000" cy="158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4191000" y="2819400"/>
            <a:ext cx="762000" cy="158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4191000" y="2590800"/>
            <a:ext cx="762000" cy="158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oup 64"/>
          <p:cNvGrpSpPr/>
          <p:nvPr/>
        </p:nvGrpSpPr>
        <p:grpSpPr>
          <a:xfrm>
            <a:off x="2743200" y="4421188"/>
            <a:ext cx="762000" cy="1588"/>
            <a:chOff x="3962400" y="5562600"/>
            <a:chExt cx="762000" cy="1588"/>
          </a:xfrm>
        </p:grpSpPr>
        <p:cxnSp>
          <p:nvCxnSpPr>
            <p:cNvPr id="66" name="Straight Connector 65"/>
            <p:cNvCxnSpPr/>
            <p:nvPr/>
          </p:nvCxnSpPr>
          <p:spPr>
            <a:xfrm>
              <a:off x="44196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39624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/>
          <p:cNvGrpSpPr/>
          <p:nvPr/>
        </p:nvGrpSpPr>
        <p:grpSpPr>
          <a:xfrm>
            <a:off x="2743200" y="4114800"/>
            <a:ext cx="762000" cy="1588"/>
            <a:chOff x="3962400" y="5562600"/>
            <a:chExt cx="762000" cy="1588"/>
          </a:xfrm>
        </p:grpSpPr>
        <p:cxnSp>
          <p:nvCxnSpPr>
            <p:cNvPr id="69" name="Straight Connector 68"/>
            <p:cNvCxnSpPr/>
            <p:nvPr/>
          </p:nvCxnSpPr>
          <p:spPr>
            <a:xfrm>
              <a:off x="44196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39624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oup 70"/>
          <p:cNvGrpSpPr/>
          <p:nvPr/>
        </p:nvGrpSpPr>
        <p:grpSpPr>
          <a:xfrm>
            <a:off x="2743200" y="3884612"/>
            <a:ext cx="762000" cy="1588"/>
            <a:chOff x="3962400" y="5562600"/>
            <a:chExt cx="762000" cy="1588"/>
          </a:xfrm>
        </p:grpSpPr>
        <p:cxnSp>
          <p:nvCxnSpPr>
            <p:cNvPr id="72" name="Straight Connector 71"/>
            <p:cNvCxnSpPr/>
            <p:nvPr/>
          </p:nvCxnSpPr>
          <p:spPr>
            <a:xfrm>
              <a:off x="44196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39624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4" name="Straight Connector 73"/>
          <p:cNvCxnSpPr/>
          <p:nvPr/>
        </p:nvCxnSpPr>
        <p:spPr>
          <a:xfrm>
            <a:off x="2743200" y="3656012"/>
            <a:ext cx="762000" cy="158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Group 74"/>
          <p:cNvGrpSpPr/>
          <p:nvPr/>
        </p:nvGrpSpPr>
        <p:grpSpPr>
          <a:xfrm>
            <a:off x="2743200" y="3351212"/>
            <a:ext cx="762000" cy="1588"/>
            <a:chOff x="3962400" y="5562600"/>
            <a:chExt cx="762000" cy="1588"/>
          </a:xfrm>
        </p:grpSpPr>
        <p:cxnSp>
          <p:nvCxnSpPr>
            <p:cNvPr id="76" name="Straight Connector 75"/>
            <p:cNvCxnSpPr/>
            <p:nvPr/>
          </p:nvCxnSpPr>
          <p:spPr>
            <a:xfrm>
              <a:off x="44196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39624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77"/>
          <p:cNvGrpSpPr/>
          <p:nvPr/>
        </p:nvGrpSpPr>
        <p:grpSpPr>
          <a:xfrm>
            <a:off x="2743200" y="3122612"/>
            <a:ext cx="762000" cy="1588"/>
            <a:chOff x="3962400" y="5562600"/>
            <a:chExt cx="762000" cy="1588"/>
          </a:xfrm>
        </p:grpSpPr>
        <p:cxnSp>
          <p:nvCxnSpPr>
            <p:cNvPr id="79" name="Straight Connector 78"/>
            <p:cNvCxnSpPr/>
            <p:nvPr/>
          </p:nvCxnSpPr>
          <p:spPr>
            <a:xfrm>
              <a:off x="44196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39624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/>
          <p:cNvGrpSpPr/>
          <p:nvPr/>
        </p:nvGrpSpPr>
        <p:grpSpPr>
          <a:xfrm>
            <a:off x="2743200" y="2819400"/>
            <a:ext cx="762000" cy="1588"/>
            <a:chOff x="3962400" y="5562600"/>
            <a:chExt cx="762000" cy="1588"/>
          </a:xfrm>
        </p:grpSpPr>
        <p:cxnSp>
          <p:nvCxnSpPr>
            <p:cNvPr id="82" name="Straight Connector 81"/>
            <p:cNvCxnSpPr/>
            <p:nvPr/>
          </p:nvCxnSpPr>
          <p:spPr>
            <a:xfrm>
              <a:off x="44196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>
              <a:off x="39624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4" name="Straight Connector 83"/>
          <p:cNvCxnSpPr/>
          <p:nvPr/>
        </p:nvCxnSpPr>
        <p:spPr>
          <a:xfrm>
            <a:off x="2743200" y="2590800"/>
            <a:ext cx="762000" cy="158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2057400" y="190500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ordering</a:t>
            </a:r>
            <a:endParaRPr lang="en-US" dirty="0"/>
          </a:p>
        </p:txBody>
      </p:sp>
      <p:sp>
        <p:nvSpPr>
          <p:cNvPr id="86" name="Date Placeholder 8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B15C8-6FC0-46E6-9E03-D5FCB4486522}" type="datetime9">
              <a:rPr lang="en-US" smtClean="0"/>
              <a:t>4/6/2025 2:38:07 PM</a:t>
            </a:fld>
            <a:endParaRPr 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9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0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3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5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6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8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9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2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4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0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3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9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60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2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63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5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0" dur="1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5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76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8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79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81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2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84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87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90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9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93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9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96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9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99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00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2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03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5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06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8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09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1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2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4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7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0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5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26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8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29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1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32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4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35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7" dur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3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40" dur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43" dur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4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46" dur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7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49" dur="1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50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2" dur="1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53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5" dur="1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56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8" dur="1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59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1" dur="1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62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4" dur="1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65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7" dur="1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6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0" dur="1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 animBg="1"/>
      <p:bldP spid="8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Pre-DivinationLesson0.5IfaMayami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429000" y="381000"/>
            <a:ext cx="5410200" cy="160043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“The </a:t>
            </a:r>
            <a:r>
              <a:rPr lang="en-US" sz="1600" b="1" i="1" dirty="0" smtClean="0"/>
              <a:t>serious</a:t>
            </a:r>
            <a:r>
              <a:rPr lang="en-US" sz="1600" dirty="0" smtClean="0"/>
              <a:t> initiate will construct two </a:t>
            </a:r>
            <a:r>
              <a:rPr lang="en-US" sz="1600" dirty="0" err="1" smtClean="0"/>
              <a:t>Octagrams</a:t>
            </a:r>
            <a:r>
              <a:rPr lang="en-US" sz="1600" dirty="0" smtClean="0"/>
              <a:t> based on the heads/tails of a  cast, remove their </a:t>
            </a:r>
            <a:r>
              <a:rPr lang="en-US" sz="1600" dirty="0" err="1" smtClean="0"/>
              <a:t>Orisha</a:t>
            </a:r>
            <a:r>
              <a:rPr lang="en-US" sz="1600" dirty="0" smtClean="0"/>
              <a:t> element from each </a:t>
            </a:r>
            <a:r>
              <a:rPr lang="en-US" sz="1600" dirty="0" err="1" smtClean="0"/>
              <a:t>octagram</a:t>
            </a:r>
            <a:r>
              <a:rPr lang="en-US" sz="1600" dirty="0" smtClean="0"/>
              <a:t> and reveal two side by side hexagrams.”</a:t>
            </a:r>
          </a:p>
          <a:p>
            <a:endParaRPr lang="en-US" sz="1600" dirty="0" smtClean="0"/>
          </a:p>
          <a:p>
            <a:r>
              <a:rPr lang="en-US" b="1" dirty="0" smtClean="0"/>
              <a:t>JTP 2024 </a:t>
            </a:r>
            <a:r>
              <a:rPr lang="en-US" sz="1600" b="1" i="1" dirty="0" smtClean="0"/>
              <a:t>Living in Alignment with Absolute Truth 3.2</a:t>
            </a:r>
          </a:p>
          <a:p>
            <a:r>
              <a:rPr lang="en-US" sz="1600" b="1" i="1" dirty="0" smtClean="0"/>
              <a:t> </a:t>
            </a:r>
            <a:r>
              <a:rPr lang="en-US" sz="1600" u="sng" dirty="0" smtClean="0"/>
              <a:t>Pre-Divination Lesson 0.5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609600" y="5105400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762000" y="45720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295400" y="4724400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04800" y="2971800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990600" y="3124200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81000" y="22860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762000" y="2743200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066800" y="2362200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09600" y="3276600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1524000" y="28956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1295400" y="3352800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1524000" y="36576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762000" y="38862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1219200" y="39624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304800" y="4114800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1371600" y="4191000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 descr="favicon-32x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52400"/>
            <a:ext cx="304800" cy="304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09600" y="5257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1295400" y="4724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612714" y="4355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1371600" y="4191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-76200" y="4267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990600" y="3974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533400" y="3886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1298514" y="3669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1066800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381000" y="3200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765114" y="3124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11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76200" y="29718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13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1298514" y="2895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533400" y="2743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14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841314" y="2286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15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152400" y="22098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16</a:t>
            </a:r>
            <a:endParaRPr lang="en-US" dirty="0"/>
          </a:p>
        </p:txBody>
      </p:sp>
      <p:sp>
        <p:nvSpPr>
          <p:cNvPr id="43" name="Oval 42"/>
          <p:cNvSpPr/>
          <p:nvPr/>
        </p:nvSpPr>
        <p:spPr>
          <a:xfrm>
            <a:off x="1524000" y="3200400"/>
            <a:ext cx="304800" cy="3048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47"/>
          <p:cNvGrpSpPr/>
          <p:nvPr/>
        </p:nvGrpSpPr>
        <p:grpSpPr>
          <a:xfrm>
            <a:off x="4191000" y="4419600"/>
            <a:ext cx="762000" cy="1588"/>
            <a:chOff x="3962400" y="5562600"/>
            <a:chExt cx="762000" cy="1588"/>
          </a:xfrm>
        </p:grpSpPr>
        <p:cxnSp>
          <p:nvCxnSpPr>
            <p:cNvPr id="45" name="Straight Connector 44"/>
            <p:cNvCxnSpPr/>
            <p:nvPr/>
          </p:nvCxnSpPr>
          <p:spPr>
            <a:xfrm>
              <a:off x="44196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39624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48"/>
          <p:cNvGrpSpPr/>
          <p:nvPr/>
        </p:nvGrpSpPr>
        <p:grpSpPr>
          <a:xfrm>
            <a:off x="4191000" y="4113212"/>
            <a:ext cx="762000" cy="1588"/>
            <a:chOff x="3962400" y="5562600"/>
            <a:chExt cx="762000" cy="1588"/>
          </a:xfrm>
        </p:grpSpPr>
        <p:cxnSp>
          <p:nvCxnSpPr>
            <p:cNvPr id="50" name="Straight Connector 49"/>
            <p:cNvCxnSpPr/>
            <p:nvPr/>
          </p:nvCxnSpPr>
          <p:spPr>
            <a:xfrm>
              <a:off x="44196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39624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" name="Straight Connector 52"/>
          <p:cNvCxnSpPr/>
          <p:nvPr/>
        </p:nvCxnSpPr>
        <p:spPr>
          <a:xfrm>
            <a:off x="4191000" y="3810000"/>
            <a:ext cx="762000" cy="158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55"/>
          <p:cNvGrpSpPr/>
          <p:nvPr/>
        </p:nvGrpSpPr>
        <p:grpSpPr>
          <a:xfrm>
            <a:off x="4191000" y="3582988"/>
            <a:ext cx="762000" cy="1588"/>
            <a:chOff x="3962400" y="5562600"/>
            <a:chExt cx="762000" cy="1588"/>
          </a:xfrm>
        </p:grpSpPr>
        <p:cxnSp>
          <p:nvCxnSpPr>
            <p:cNvPr id="57" name="Straight Connector 56"/>
            <p:cNvCxnSpPr/>
            <p:nvPr/>
          </p:nvCxnSpPr>
          <p:spPr>
            <a:xfrm>
              <a:off x="44196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39624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58"/>
          <p:cNvGrpSpPr/>
          <p:nvPr/>
        </p:nvGrpSpPr>
        <p:grpSpPr>
          <a:xfrm>
            <a:off x="4191000" y="3276600"/>
            <a:ext cx="762000" cy="1588"/>
            <a:chOff x="3962400" y="5562600"/>
            <a:chExt cx="762000" cy="1588"/>
          </a:xfrm>
        </p:grpSpPr>
        <p:cxnSp>
          <p:nvCxnSpPr>
            <p:cNvPr id="60" name="Straight Connector 59"/>
            <p:cNvCxnSpPr/>
            <p:nvPr/>
          </p:nvCxnSpPr>
          <p:spPr>
            <a:xfrm>
              <a:off x="44196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39624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" name="Straight Connector 61"/>
          <p:cNvCxnSpPr/>
          <p:nvPr/>
        </p:nvCxnSpPr>
        <p:spPr>
          <a:xfrm>
            <a:off x="4191000" y="3048000"/>
            <a:ext cx="762000" cy="158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4191000" y="2819400"/>
            <a:ext cx="762000" cy="158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4191000" y="2590800"/>
            <a:ext cx="762000" cy="158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64"/>
          <p:cNvGrpSpPr/>
          <p:nvPr/>
        </p:nvGrpSpPr>
        <p:grpSpPr>
          <a:xfrm>
            <a:off x="2743200" y="4421188"/>
            <a:ext cx="762000" cy="1588"/>
            <a:chOff x="3962400" y="5562600"/>
            <a:chExt cx="762000" cy="1588"/>
          </a:xfrm>
        </p:grpSpPr>
        <p:cxnSp>
          <p:nvCxnSpPr>
            <p:cNvPr id="66" name="Straight Connector 65"/>
            <p:cNvCxnSpPr/>
            <p:nvPr/>
          </p:nvCxnSpPr>
          <p:spPr>
            <a:xfrm>
              <a:off x="44196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39624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67"/>
          <p:cNvGrpSpPr/>
          <p:nvPr/>
        </p:nvGrpSpPr>
        <p:grpSpPr>
          <a:xfrm>
            <a:off x="2743200" y="4114800"/>
            <a:ext cx="762000" cy="1588"/>
            <a:chOff x="3962400" y="5562600"/>
            <a:chExt cx="762000" cy="1588"/>
          </a:xfrm>
        </p:grpSpPr>
        <p:cxnSp>
          <p:nvCxnSpPr>
            <p:cNvPr id="69" name="Straight Connector 68"/>
            <p:cNvCxnSpPr/>
            <p:nvPr/>
          </p:nvCxnSpPr>
          <p:spPr>
            <a:xfrm>
              <a:off x="44196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39624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70"/>
          <p:cNvGrpSpPr/>
          <p:nvPr/>
        </p:nvGrpSpPr>
        <p:grpSpPr>
          <a:xfrm>
            <a:off x="2743200" y="3884612"/>
            <a:ext cx="762000" cy="1588"/>
            <a:chOff x="3962400" y="5562600"/>
            <a:chExt cx="762000" cy="1588"/>
          </a:xfrm>
        </p:grpSpPr>
        <p:cxnSp>
          <p:nvCxnSpPr>
            <p:cNvPr id="72" name="Straight Connector 71"/>
            <p:cNvCxnSpPr/>
            <p:nvPr/>
          </p:nvCxnSpPr>
          <p:spPr>
            <a:xfrm>
              <a:off x="44196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39624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4" name="Straight Connector 73"/>
          <p:cNvCxnSpPr/>
          <p:nvPr/>
        </p:nvCxnSpPr>
        <p:spPr>
          <a:xfrm>
            <a:off x="2743200" y="3656012"/>
            <a:ext cx="762000" cy="158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74"/>
          <p:cNvGrpSpPr/>
          <p:nvPr/>
        </p:nvGrpSpPr>
        <p:grpSpPr>
          <a:xfrm>
            <a:off x="2743200" y="3351212"/>
            <a:ext cx="762000" cy="1588"/>
            <a:chOff x="3962400" y="5562600"/>
            <a:chExt cx="762000" cy="1588"/>
          </a:xfrm>
        </p:grpSpPr>
        <p:cxnSp>
          <p:nvCxnSpPr>
            <p:cNvPr id="76" name="Straight Connector 75"/>
            <p:cNvCxnSpPr/>
            <p:nvPr/>
          </p:nvCxnSpPr>
          <p:spPr>
            <a:xfrm>
              <a:off x="44196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39624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77"/>
          <p:cNvGrpSpPr/>
          <p:nvPr/>
        </p:nvGrpSpPr>
        <p:grpSpPr>
          <a:xfrm>
            <a:off x="2743200" y="3122612"/>
            <a:ext cx="762000" cy="1588"/>
            <a:chOff x="3962400" y="5562600"/>
            <a:chExt cx="762000" cy="1588"/>
          </a:xfrm>
        </p:grpSpPr>
        <p:cxnSp>
          <p:nvCxnSpPr>
            <p:cNvPr id="79" name="Straight Connector 78"/>
            <p:cNvCxnSpPr/>
            <p:nvPr/>
          </p:nvCxnSpPr>
          <p:spPr>
            <a:xfrm>
              <a:off x="44196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39624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80"/>
          <p:cNvGrpSpPr/>
          <p:nvPr/>
        </p:nvGrpSpPr>
        <p:grpSpPr>
          <a:xfrm>
            <a:off x="2743200" y="2819400"/>
            <a:ext cx="762000" cy="1588"/>
            <a:chOff x="3962400" y="5562600"/>
            <a:chExt cx="762000" cy="1588"/>
          </a:xfrm>
        </p:grpSpPr>
        <p:cxnSp>
          <p:nvCxnSpPr>
            <p:cNvPr id="82" name="Straight Connector 81"/>
            <p:cNvCxnSpPr/>
            <p:nvPr/>
          </p:nvCxnSpPr>
          <p:spPr>
            <a:xfrm>
              <a:off x="44196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>
              <a:off x="39624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4" name="Straight Connector 83"/>
          <p:cNvCxnSpPr/>
          <p:nvPr/>
        </p:nvCxnSpPr>
        <p:spPr>
          <a:xfrm>
            <a:off x="2743200" y="2590800"/>
            <a:ext cx="762000" cy="158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rot="10800000" flipV="1">
            <a:off x="3124200" y="533400"/>
            <a:ext cx="3505200" cy="1981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/>
          <p:nvPr/>
        </p:nvCxnSpPr>
        <p:spPr>
          <a:xfrm rot="10800000" flipV="1">
            <a:off x="4572000" y="533400"/>
            <a:ext cx="1981200" cy="1828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4953000" y="19812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Octagram#1</a:t>
            </a:r>
            <a:endParaRPr lang="en-US" dirty="0"/>
          </a:p>
        </p:txBody>
      </p:sp>
      <p:sp>
        <p:nvSpPr>
          <p:cNvPr id="90" name="TextBox 89"/>
          <p:cNvSpPr txBox="1"/>
          <p:nvPr/>
        </p:nvSpPr>
        <p:spPr>
          <a:xfrm>
            <a:off x="1905000" y="19050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Octagram#2</a:t>
            </a:r>
            <a:endParaRPr lang="en-US" dirty="0"/>
          </a:p>
        </p:txBody>
      </p:sp>
      <p:sp>
        <p:nvSpPr>
          <p:cNvPr id="86" name="Date Placeholder 8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63531-6378-47B8-B40F-678651ADF4F4}" type="datetime9">
              <a:rPr lang="en-US" smtClean="0"/>
              <a:t>4/6/2025 2:38:24 PM</a:t>
            </a:fld>
            <a:endParaRPr 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75 -0.14431 " pathEditMode="relative" ptsTypes="AA">
                                      <p:cBhvr>
                                        <p:cTn id="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1.3691E-6 L 0.40017 -0.10453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0" y="-52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4.21832E-6 L 0.46666 -0.09991 " pathEditMode="relative" ptsTypes="AA">
                                      <p:cBhvr>
                                        <p:cTn id="1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5.3469E-6 L 0.4 -0.111 " pathEditMode="relative" ptsTypes="AA">
                                      <p:cBhvr>
                                        <p:cTn id="12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5.3469E-6 L 0.55833 -0.1665 " pathEditMode="relative" ptsTypes="AA">
                                      <p:cBhvr>
                                        <p:cTn id="14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8.23312E-7 L 0.4335 -0.16166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7" y="-81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5.2729E-7 L 0.4835 -0.19334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2" y="-97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4.15356E-6 L 0.39982 -0.2060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0" y="-103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517 -0.00462 L 0.15851 0.13969 " pathEditMode="relative" ptsTypes="AA">
                                      <p:cBhvr>
                                        <p:cTn id="22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97965E-6 L 0.22709 0.10638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" y="53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1.14709E-6 L 0.17673 0.07308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" y="37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1.3506E-6 L 0.12674 0.07308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" y="37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93889E-18 5.18039E-7 L 0.26042 0.03978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" y="2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6531E-6 L 0.2 0.0333 " pathEditMode="relative" ptsTypes="AA">
                                      <p:cBhvr>
                                        <p:cTn id="32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5.3469E-6 L 0.16666 0.05551 " pathEditMode="relative" ptsTypes="AA">
                                      <p:cBhvr>
                                        <p:cTn id="34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15634E-6 L 0.23542 0.02868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" y="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1" dur="1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2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4" dur="1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5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0" dur="1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1"/>
      <p:bldP spid="27" grpId="1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89" grpId="0"/>
      <p:bldP spid="9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Pre-DivinationLesson0.5IfaMayami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429000" y="381000"/>
            <a:ext cx="5410200" cy="160043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“The </a:t>
            </a:r>
            <a:r>
              <a:rPr lang="en-US" sz="1600" b="1" i="1" dirty="0" smtClean="0"/>
              <a:t>serious</a:t>
            </a:r>
            <a:r>
              <a:rPr lang="en-US" sz="1600" dirty="0" smtClean="0"/>
              <a:t> initiate will construct two </a:t>
            </a:r>
            <a:r>
              <a:rPr lang="en-US" sz="1600" dirty="0" err="1" smtClean="0"/>
              <a:t>Octagrams</a:t>
            </a:r>
            <a:r>
              <a:rPr lang="en-US" sz="1600" dirty="0" smtClean="0"/>
              <a:t> based on the heads/tails of a  cast, remove their </a:t>
            </a:r>
            <a:r>
              <a:rPr lang="en-US" sz="1600" dirty="0" err="1" smtClean="0"/>
              <a:t>Orisha</a:t>
            </a:r>
            <a:r>
              <a:rPr lang="en-US" sz="1600" dirty="0" smtClean="0"/>
              <a:t> element from each </a:t>
            </a:r>
            <a:r>
              <a:rPr lang="en-US" sz="1600" dirty="0" err="1" smtClean="0"/>
              <a:t>octagram</a:t>
            </a:r>
            <a:r>
              <a:rPr lang="en-US" sz="1600" dirty="0" smtClean="0"/>
              <a:t> and reveal two side by side hexagrams.”</a:t>
            </a:r>
          </a:p>
          <a:p>
            <a:endParaRPr lang="en-US" sz="1600" dirty="0" smtClean="0"/>
          </a:p>
          <a:p>
            <a:r>
              <a:rPr lang="en-US" b="1" dirty="0" smtClean="0"/>
              <a:t>JTP 2024 </a:t>
            </a:r>
            <a:r>
              <a:rPr lang="en-US" sz="1600" b="1" i="1" dirty="0" smtClean="0"/>
              <a:t>Living in Alignment with Absolute Truth 3.2</a:t>
            </a:r>
          </a:p>
          <a:p>
            <a:r>
              <a:rPr lang="en-US" sz="1600" b="1" i="1" dirty="0" smtClean="0"/>
              <a:t> </a:t>
            </a:r>
            <a:r>
              <a:rPr lang="en-US" sz="1600" u="sng" dirty="0" smtClean="0"/>
              <a:t>Pre-Divination Lesson 0.5</a:t>
            </a:r>
            <a:endParaRPr lang="en-US" dirty="0"/>
          </a:p>
        </p:txBody>
      </p:sp>
      <p:pic>
        <p:nvPicPr>
          <p:cNvPr id="25" name="Picture 24" descr="favicon-32x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52400"/>
            <a:ext cx="304800" cy="304800"/>
          </a:xfrm>
          <a:prstGeom prst="rect">
            <a:avLst/>
          </a:prstGeom>
        </p:spPr>
      </p:pic>
      <p:grpSp>
        <p:nvGrpSpPr>
          <p:cNvPr id="2" name="Group 47"/>
          <p:cNvGrpSpPr/>
          <p:nvPr/>
        </p:nvGrpSpPr>
        <p:grpSpPr>
          <a:xfrm>
            <a:off x="1752600" y="4876800"/>
            <a:ext cx="762000" cy="1588"/>
            <a:chOff x="3962400" y="5562600"/>
            <a:chExt cx="762000" cy="1588"/>
          </a:xfrm>
        </p:grpSpPr>
        <p:cxnSp>
          <p:nvCxnSpPr>
            <p:cNvPr id="45" name="Straight Connector 44"/>
            <p:cNvCxnSpPr/>
            <p:nvPr/>
          </p:nvCxnSpPr>
          <p:spPr>
            <a:xfrm>
              <a:off x="44196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39624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48"/>
          <p:cNvGrpSpPr/>
          <p:nvPr/>
        </p:nvGrpSpPr>
        <p:grpSpPr>
          <a:xfrm>
            <a:off x="1752600" y="4570412"/>
            <a:ext cx="762000" cy="1588"/>
            <a:chOff x="3962400" y="5562600"/>
            <a:chExt cx="762000" cy="1588"/>
          </a:xfrm>
        </p:grpSpPr>
        <p:cxnSp>
          <p:nvCxnSpPr>
            <p:cNvPr id="50" name="Straight Connector 49"/>
            <p:cNvCxnSpPr/>
            <p:nvPr/>
          </p:nvCxnSpPr>
          <p:spPr>
            <a:xfrm>
              <a:off x="44196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39624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" name="Straight Connector 52"/>
          <p:cNvCxnSpPr/>
          <p:nvPr/>
        </p:nvCxnSpPr>
        <p:spPr>
          <a:xfrm>
            <a:off x="1752600" y="4267200"/>
            <a:ext cx="762000" cy="158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55"/>
          <p:cNvGrpSpPr/>
          <p:nvPr/>
        </p:nvGrpSpPr>
        <p:grpSpPr>
          <a:xfrm>
            <a:off x="1752600" y="4040188"/>
            <a:ext cx="762000" cy="1588"/>
            <a:chOff x="3962400" y="5562600"/>
            <a:chExt cx="762000" cy="1588"/>
          </a:xfrm>
        </p:grpSpPr>
        <p:cxnSp>
          <p:nvCxnSpPr>
            <p:cNvPr id="57" name="Straight Connector 56"/>
            <p:cNvCxnSpPr/>
            <p:nvPr/>
          </p:nvCxnSpPr>
          <p:spPr>
            <a:xfrm>
              <a:off x="44196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39624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58"/>
          <p:cNvGrpSpPr/>
          <p:nvPr/>
        </p:nvGrpSpPr>
        <p:grpSpPr>
          <a:xfrm>
            <a:off x="1752600" y="3733800"/>
            <a:ext cx="762000" cy="1588"/>
            <a:chOff x="3962400" y="5562600"/>
            <a:chExt cx="762000" cy="1588"/>
          </a:xfrm>
        </p:grpSpPr>
        <p:cxnSp>
          <p:nvCxnSpPr>
            <p:cNvPr id="60" name="Straight Connector 59"/>
            <p:cNvCxnSpPr/>
            <p:nvPr/>
          </p:nvCxnSpPr>
          <p:spPr>
            <a:xfrm>
              <a:off x="44196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39624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" name="Straight Connector 61"/>
          <p:cNvCxnSpPr/>
          <p:nvPr/>
        </p:nvCxnSpPr>
        <p:spPr>
          <a:xfrm>
            <a:off x="1752600" y="3505200"/>
            <a:ext cx="762000" cy="158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1752600" y="3276600"/>
            <a:ext cx="762000" cy="158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1752600" y="3048000"/>
            <a:ext cx="762000" cy="158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64"/>
          <p:cNvGrpSpPr/>
          <p:nvPr/>
        </p:nvGrpSpPr>
        <p:grpSpPr>
          <a:xfrm>
            <a:off x="304800" y="4878388"/>
            <a:ext cx="762000" cy="1588"/>
            <a:chOff x="3962400" y="5562600"/>
            <a:chExt cx="762000" cy="1588"/>
          </a:xfrm>
        </p:grpSpPr>
        <p:cxnSp>
          <p:nvCxnSpPr>
            <p:cNvPr id="66" name="Straight Connector 65"/>
            <p:cNvCxnSpPr/>
            <p:nvPr/>
          </p:nvCxnSpPr>
          <p:spPr>
            <a:xfrm>
              <a:off x="44196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39624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67"/>
          <p:cNvGrpSpPr/>
          <p:nvPr/>
        </p:nvGrpSpPr>
        <p:grpSpPr>
          <a:xfrm>
            <a:off x="304800" y="4572000"/>
            <a:ext cx="762000" cy="1588"/>
            <a:chOff x="3962400" y="5562600"/>
            <a:chExt cx="762000" cy="1588"/>
          </a:xfrm>
        </p:grpSpPr>
        <p:cxnSp>
          <p:nvCxnSpPr>
            <p:cNvPr id="69" name="Straight Connector 68"/>
            <p:cNvCxnSpPr/>
            <p:nvPr/>
          </p:nvCxnSpPr>
          <p:spPr>
            <a:xfrm>
              <a:off x="44196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39624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70"/>
          <p:cNvGrpSpPr/>
          <p:nvPr/>
        </p:nvGrpSpPr>
        <p:grpSpPr>
          <a:xfrm>
            <a:off x="304800" y="4341812"/>
            <a:ext cx="762000" cy="1588"/>
            <a:chOff x="3962400" y="5562600"/>
            <a:chExt cx="762000" cy="1588"/>
          </a:xfrm>
        </p:grpSpPr>
        <p:cxnSp>
          <p:nvCxnSpPr>
            <p:cNvPr id="72" name="Straight Connector 71"/>
            <p:cNvCxnSpPr/>
            <p:nvPr/>
          </p:nvCxnSpPr>
          <p:spPr>
            <a:xfrm>
              <a:off x="44196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39624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4" name="Straight Connector 73"/>
          <p:cNvCxnSpPr/>
          <p:nvPr/>
        </p:nvCxnSpPr>
        <p:spPr>
          <a:xfrm>
            <a:off x="304800" y="4113212"/>
            <a:ext cx="762000" cy="158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74"/>
          <p:cNvGrpSpPr/>
          <p:nvPr/>
        </p:nvGrpSpPr>
        <p:grpSpPr>
          <a:xfrm>
            <a:off x="304800" y="3808412"/>
            <a:ext cx="762000" cy="1588"/>
            <a:chOff x="3962400" y="5562600"/>
            <a:chExt cx="762000" cy="1588"/>
          </a:xfrm>
        </p:grpSpPr>
        <p:cxnSp>
          <p:nvCxnSpPr>
            <p:cNvPr id="76" name="Straight Connector 75"/>
            <p:cNvCxnSpPr/>
            <p:nvPr/>
          </p:nvCxnSpPr>
          <p:spPr>
            <a:xfrm>
              <a:off x="44196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39624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77"/>
          <p:cNvGrpSpPr/>
          <p:nvPr/>
        </p:nvGrpSpPr>
        <p:grpSpPr>
          <a:xfrm>
            <a:off x="304800" y="3579812"/>
            <a:ext cx="762000" cy="1588"/>
            <a:chOff x="3962400" y="5562600"/>
            <a:chExt cx="762000" cy="1588"/>
          </a:xfrm>
        </p:grpSpPr>
        <p:cxnSp>
          <p:nvCxnSpPr>
            <p:cNvPr id="79" name="Straight Connector 78"/>
            <p:cNvCxnSpPr/>
            <p:nvPr/>
          </p:nvCxnSpPr>
          <p:spPr>
            <a:xfrm>
              <a:off x="44196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39624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80"/>
          <p:cNvGrpSpPr/>
          <p:nvPr/>
        </p:nvGrpSpPr>
        <p:grpSpPr>
          <a:xfrm>
            <a:off x="304800" y="3276600"/>
            <a:ext cx="762000" cy="1588"/>
            <a:chOff x="3962400" y="5562600"/>
            <a:chExt cx="762000" cy="1588"/>
          </a:xfrm>
        </p:grpSpPr>
        <p:cxnSp>
          <p:nvCxnSpPr>
            <p:cNvPr id="82" name="Straight Connector 81"/>
            <p:cNvCxnSpPr/>
            <p:nvPr/>
          </p:nvCxnSpPr>
          <p:spPr>
            <a:xfrm>
              <a:off x="44196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>
              <a:off x="39624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4" name="Straight Connector 83"/>
          <p:cNvCxnSpPr/>
          <p:nvPr/>
        </p:nvCxnSpPr>
        <p:spPr>
          <a:xfrm>
            <a:off x="304800" y="3048000"/>
            <a:ext cx="762000" cy="158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rot="10800000" flipV="1">
            <a:off x="685800" y="533400"/>
            <a:ext cx="6172200" cy="1981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/>
          <p:nvPr/>
        </p:nvCxnSpPr>
        <p:spPr>
          <a:xfrm rot="10800000" flipV="1">
            <a:off x="2362200" y="533400"/>
            <a:ext cx="4495800" cy="1981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1600200" y="2373868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>
                <a:solidFill>
                  <a:srgbClr val="00B050"/>
                </a:solidFill>
              </a:rPr>
              <a:t>Octagram#1</a:t>
            </a:r>
            <a:endParaRPr lang="en-US" i="1" dirty="0">
              <a:solidFill>
                <a:srgbClr val="00B050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0" y="23622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>
                <a:solidFill>
                  <a:srgbClr val="00B050"/>
                </a:solidFill>
              </a:rPr>
              <a:t>Octagram#2</a:t>
            </a:r>
            <a:endParaRPr lang="en-US" i="1" dirty="0">
              <a:solidFill>
                <a:srgbClr val="00B050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457200" y="685800"/>
            <a:ext cx="2743200" cy="1477328"/>
          </a:xfrm>
          <a:prstGeom prst="rect">
            <a:avLst/>
          </a:prstGeom>
          <a:solidFill>
            <a:srgbClr val="FFFF00"/>
          </a:solidFill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 smtClean="0"/>
              <a:t>Orisha</a:t>
            </a:r>
            <a:r>
              <a:rPr lang="en-US" dirty="0" smtClean="0"/>
              <a:t> element bi-grams</a:t>
            </a:r>
          </a:p>
          <a:p>
            <a:r>
              <a:rPr lang="en-US" dirty="0" smtClean="0"/>
              <a:t>Air</a:t>
            </a:r>
          </a:p>
          <a:p>
            <a:r>
              <a:rPr lang="en-US" dirty="0" smtClean="0"/>
              <a:t>Fire</a:t>
            </a:r>
          </a:p>
          <a:p>
            <a:r>
              <a:rPr lang="en-US" dirty="0" smtClean="0"/>
              <a:t>Water</a:t>
            </a:r>
          </a:p>
          <a:p>
            <a:r>
              <a:rPr lang="en-US" dirty="0" smtClean="0"/>
              <a:t>Earth</a:t>
            </a:r>
            <a:endParaRPr lang="en-US" dirty="0"/>
          </a:p>
        </p:txBody>
      </p:sp>
      <p:grpSp>
        <p:nvGrpSpPr>
          <p:cNvPr id="99" name="Group 98"/>
          <p:cNvGrpSpPr/>
          <p:nvPr/>
        </p:nvGrpSpPr>
        <p:grpSpPr>
          <a:xfrm>
            <a:off x="990600" y="1066800"/>
            <a:ext cx="381000" cy="77788"/>
            <a:chOff x="5181600" y="3886200"/>
            <a:chExt cx="762000" cy="230188"/>
          </a:xfrm>
        </p:grpSpPr>
        <p:grpSp>
          <p:nvGrpSpPr>
            <p:cNvPr id="95" name="Group 70"/>
            <p:cNvGrpSpPr/>
            <p:nvPr/>
          </p:nvGrpSpPr>
          <p:grpSpPr>
            <a:xfrm>
              <a:off x="5181600" y="4114800"/>
              <a:ext cx="762000" cy="1588"/>
              <a:chOff x="3962400" y="5562600"/>
              <a:chExt cx="762000" cy="1588"/>
            </a:xfrm>
          </p:grpSpPr>
          <p:cxnSp>
            <p:nvCxnSpPr>
              <p:cNvPr id="96" name="Straight Connector 95"/>
              <p:cNvCxnSpPr/>
              <p:nvPr/>
            </p:nvCxnSpPr>
            <p:spPr>
              <a:xfrm>
                <a:off x="4419600" y="5562600"/>
                <a:ext cx="304800" cy="1588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>
                <a:off x="3962400" y="5562600"/>
                <a:ext cx="304800" cy="1588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8" name="Straight Connector 97"/>
            <p:cNvCxnSpPr/>
            <p:nvPr/>
          </p:nvCxnSpPr>
          <p:spPr>
            <a:xfrm>
              <a:off x="5181600" y="3886200"/>
              <a:ext cx="762000" cy="158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oup 101"/>
          <p:cNvGrpSpPr/>
          <p:nvPr/>
        </p:nvGrpSpPr>
        <p:grpSpPr>
          <a:xfrm>
            <a:off x="990600" y="1371600"/>
            <a:ext cx="381000" cy="77788"/>
            <a:chOff x="3200400" y="3124200"/>
            <a:chExt cx="762000" cy="230188"/>
          </a:xfrm>
        </p:grpSpPr>
        <p:cxnSp>
          <p:nvCxnSpPr>
            <p:cNvPr id="100" name="Straight Connector 99"/>
            <p:cNvCxnSpPr/>
            <p:nvPr/>
          </p:nvCxnSpPr>
          <p:spPr>
            <a:xfrm>
              <a:off x="3200400" y="3352800"/>
              <a:ext cx="762000" cy="158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>
              <a:off x="3200400" y="3124200"/>
              <a:ext cx="762000" cy="158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" name="Group 110"/>
          <p:cNvGrpSpPr/>
          <p:nvPr/>
        </p:nvGrpSpPr>
        <p:grpSpPr>
          <a:xfrm>
            <a:off x="1143000" y="1676400"/>
            <a:ext cx="381000" cy="45719"/>
            <a:chOff x="4267200" y="4192588"/>
            <a:chExt cx="762000" cy="228600"/>
          </a:xfrm>
        </p:grpSpPr>
        <p:cxnSp>
          <p:nvCxnSpPr>
            <p:cNvPr id="107" name="Straight Connector 106"/>
            <p:cNvCxnSpPr/>
            <p:nvPr/>
          </p:nvCxnSpPr>
          <p:spPr>
            <a:xfrm>
              <a:off x="4267200" y="4419600"/>
              <a:ext cx="762000" cy="158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8" name="Group 55"/>
            <p:cNvGrpSpPr/>
            <p:nvPr/>
          </p:nvGrpSpPr>
          <p:grpSpPr>
            <a:xfrm>
              <a:off x="4267200" y="4192588"/>
              <a:ext cx="762000" cy="1588"/>
              <a:chOff x="3962400" y="5562600"/>
              <a:chExt cx="762000" cy="1588"/>
            </a:xfrm>
          </p:grpSpPr>
          <p:cxnSp>
            <p:nvCxnSpPr>
              <p:cNvPr id="109" name="Straight Connector 108"/>
              <p:cNvCxnSpPr/>
              <p:nvPr/>
            </p:nvCxnSpPr>
            <p:spPr>
              <a:xfrm>
                <a:off x="4419600" y="5562600"/>
                <a:ext cx="304800" cy="1588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>
                <a:off x="3962400" y="5562600"/>
                <a:ext cx="304800" cy="1588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4" name="Group 123"/>
          <p:cNvGrpSpPr/>
          <p:nvPr/>
        </p:nvGrpSpPr>
        <p:grpSpPr>
          <a:xfrm>
            <a:off x="1066800" y="1981200"/>
            <a:ext cx="381000" cy="79376"/>
            <a:chOff x="4343400" y="4724400"/>
            <a:chExt cx="762000" cy="307976"/>
          </a:xfrm>
        </p:grpSpPr>
        <p:grpSp>
          <p:nvGrpSpPr>
            <p:cNvPr id="118" name="Group 47"/>
            <p:cNvGrpSpPr/>
            <p:nvPr/>
          </p:nvGrpSpPr>
          <p:grpSpPr>
            <a:xfrm>
              <a:off x="4343400" y="5030788"/>
              <a:ext cx="762000" cy="1588"/>
              <a:chOff x="3962400" y="5562600"/>
              <a:chExt cx="762000" cy="1588"/>
            </a:xfrm>
          </p:grpSpPr>
          <p:cxnSp>
            <p:nvCxnSpPr>
              <p:cNvPr id="119" name="Straight Connector 118"/>
              <p:cNvCxnSpPr/>
              <p:nvPr/>
            </p:nvCxnSpPr>
            <p:spPr>
              <a:xfrm>
                <a:off x="4419600" y="5562600"/>
                <a:ext cx="304800" cy="1588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/>
              <p:cNvCxnSpPr/>
              <p:nvPr/>
            </p:nvCxnSpPr>
            <p:spPr>
              <a:xfrm>
                <a:off x="3962400" y="5562600"/>
                <a:ext cx="304800" cy="1588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1" name="Group 48"/>
            <p:cNvGrpSpPr/>
            <p:nvPr/>
          </p:nvGrpSpPr>
          <p:grpSpPr>
            <a:xfrm>
              <a:off x="4343400" y="4724400"/>
              <a:ext cx="762000" cy="1588"/>
              <a:chOff x="3962400" y="5562600"/>
              <a:chExt cx="762000" cy="1588"/>
            </a:xfrm>
          </p:grpSpPr>
          <p:cxnSp>
            <p:nvCxnSpPr>
              <p:cNvPr id="122" name="Straight Connector 121"/>
              <p:cNvCxnSpPr/>
              <p:nvPr/>
            </p:nvCxnSpPr>
            <p:spPr>
              <a:xfrm>
                <a:off x="4419600" y="5562600"/>
                <a:ext cx="304800" cy="1588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>
              <a:xfrm>
                <a:off x="3962400" y="5562600"/>
                <a:ext cx="304800" cy="1588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5" name="TextBox 124"/>
          <p:cNvSpPr txBox="1"/>
          <p:nvPr/>
        </p:nvSpPr>
        <p:spPr>
          <a:xfrm>
            <a:off x="3276600" y="1981200"/>
            <a:ext cx="5486400" cy="147732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For example </a:t>
            </a:r>
            <a:r>
              <a:rPr lang="en-US" dirty="0" err="1" smtClean="0"/>
              <a:t>Orisha</a:t>
            </a:r>
            <a:r>
              <a:rPr lang="en-US" dirty="0" smtClean="0"/>
              <a:t> </a:t>
            </a:r>
            <a:r>
              <a:rPr lang="en-US" dirty="0" err="1" smtClean="0"/>
              <a:t>Oshun</a:t>
            </a:r>
            <a:r>
              <a:rPr lang="en-US" dirty="0" smtClean="0"/>
              <a:t> is often associated with water</a:t>
            </a:r>
          </a:p>
          <a:p>
            <a:endParaRPr lang="en-US" dirty="0" smtClean="0"/>
          </a:p>
          <a:p>
            <a:r>
              <a:rPr lang="en-US" dirty="0" smtClean="0"/>
              <a:t>This pattern is removed from both </a:t>
            </a:r>
            <a:r>
              <a:rPr lang="en-US" dirty="0" err="1" smtClean="0"/>
              <a:t>Octagrams</a:t>
            </a:r>
            <a:endParaRPr lang="en-US" dirty="0" smtClean="0"/>
          </a:p>
          <a:p>
            <a:r>
              <a:rPr lang="en-US" dirty="0" smtClean="0"/>
              <a:t>Remove # 3,4 from </a:t>
            </a:r>
            <a:r>
              <a:rPr lang="en-US" i="1" dirty="0" smtClean="0">
                <a:solidFill>
                  <a:srgbClr val="00B050"/>
                </a:solidFill>
              </a:rPr>
              <a:t>Octagram#1</a:t>
            </a:r>
            <a:r>
              <a:rPr lang="en-US" dirty="0" smtClean="0"/>
              <a:t> and 12,13 from </a:t>
            </a:r>
            <a:r>
              <a:rPr lang="en-US" i="1" dirty="0" smtClean="0">
                <a:solidFill>
                  <a:srgbClr val="00B050"/>
                </a:solidFill>
              </a:rPr>
              <a:t>Octagram#2</a:t>
            </a:r>
          </a:p>
        </p:txBody>
      </p:sp>
      <p:grpSp>
        <p:nvGrpSpPr>
          <p:cNvPr id="126" name="Group 125"/>
          <p:cNvGrpSpPr/>
          <p:nvPr/>
        </p:nvGrpSpPr>
        <p:grpSpPr>
          <a:xfrm>
            <a:off x="5181600" y="2438400"/>
            <a:ext cx="381000" cy="45719"/>
            <a:chOff x="4267200" y="4192588"/>
            <a:chExt cx="762000" cy="228600"/>
          </a:xfrm>
        </p:grpSpPr>
        <p:cxnSp>
          <p:nvCxnSpPr>
            <p:cNvPr id="127" name="Straight Connector 126"/>
            <p:cNvCxnSpPr/>
            <p:nvPr/>
          </p:nvCxnSpPr>
          <p:spPr>
            <a:xfrm>
              <a:off x="4267200" y="4419600"/>
              <a:ext cx="762000" cy="158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8" name="Group 55"/>
            <p:cNvGrpSpPr/>
            <p:nvPr/>
          </p:nvGrpSpPr>
          <p:grpSpPr>
            <a:xfrm>
              <a:off x="4267200" y="4192588"/>
              <a:ext cx="762000" cy="1588"/>
              <a:chOff x="3962400" y="5562600"/>
              <a:chExt cx="762000" cy="1588"/>
            </a:xfrm>
          </p:grpSpPr>
          <p:cxnSp>
            <p:nvCxnSpPr>
              <p:cNvPr id="129" name="Straight Connector 128"/>
              <p:cNvCxnSpPr/>
              <p:nvPr/>
            </p:nvCxnSpPr>
            <p:spPr>
              <a:xfrm>
                <a:off x="4419600" y="5562600"/>
                <a:ext cx="304800" cy="1588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/>
              <p:cNvCxnSpPr/>
              <p:nvPr/>
            </p:nvCxnSpPr>
            <p:spPr>
              <a:xfrm>
                <a:off x="3962400" y="5562600"/>
                <a:ext cx="304800" cy="1588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1" name="TextBox 130"/>
          <p:cNvSpPr txBox="1"/>
          <p:nvPr/>
        </p:nvSpPr>
        <p:spPr>
          <a:xfrm>
            <a:off x="2590800" y="4800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132" name="TextBox 131"/>
          <p:cNvSpPr txBox="1"/>
          <p:nvPr/>
        </p:nvSpPr>
        <p:spPr>
          <a:xfrm>
            <a:off x="2590800" y="4431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133" name="TextBox 132"/>
          <p:cNvSpPr txBox="1"/>
          <p:nvPr/>
        </p:nvSpPr>
        <p:spPr>
          <a:xfrm>
            <a:off x="2590800" y="4114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134" name="TextBox 133"/>
          <p:cNvSpPr txBox="1"/>
          <p:nvPr/>
        </p:nvSpPr>
        <p:spPr>
          <a:xfrm>
            <a:off x="2590800" y="3886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135" name="TextBox 134"/>
          <p:cNvSpPr txBox="1"/>
          <p:nvPr/>
        </p:nvSpPr>
        <p:spPr>
          <a:xfrm>
            <a:off x="2590800" y="3657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136" name="TextBox 135"/>
          <p:cNvSpPr txBox="1"/>
          <p:nvPr/>
        </p:nvSpPr>
        <p:spPr>
          <a:xfrm>
            <a:off x="2593914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137" name="TextBox 136"/>
          <p:cNvSpPr txBox="1"/>
          <p:nvPr/>
        </p:nvSpPr>
        <p:spPr>
          <a:xfrm>
            <a:off x="2590800" y="3048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138" name="TextBox 137"/>
          <p:cNvSpPr txBox="1"/>
          <p:nvPr/>
        </p:nvSpPr>
        <p:spPr>
          <a:xfrm>
            <a:off x="2590800" y="2831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139" name="TextBox 138"/>
          <p:cNvSpPr txBox="1"/>
          <p:nvPr/>
        </p:nvSpPr>
        <p:spPr>
          <a:xfrm>
            <a:off x="0" y="4736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140" name="TextBox 139"/>
          <p:cNvSpPr txBox="1"/>
          <p:nvPr/>
        </p:nvSpPr>
        <p:spPr>
          <a:xfrm>
            <a:off x="-76200" y="44312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141" name="TextBox 140"/>
          <p:cNvSpPr txBox="1"/>
          <p:nvPr/>
        </p:nvSpPr>
        <p:spPr>
          <a:xfrm>
            <a:off x="-76200" y="4202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11</a:t>
            </a:r>
            <a:endParaRPr lang="en-US" dirty="0"/>
          </a:p>
        </p:txBody>
      </p:sp>
      <p:sp>
        <p:nvSpPr>
          <p:cNvPr id="142" name="TextBox 141"/>
          <p:cNvSpPr txBox="1"/>
          <p:nvPr/>
        </p:nvSpPr>
        <p:spPr>
          <a:xfrm>
            <a:off x="-76200" y="38978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143" name="TextBox 142"/>
          <p:cNvSpPr txBox="1"/>
          <p:nvPr/>
        </p:nvSpPr>
        <p:spPr>
          <a:xfrm>
            <a:off x="-76200" y="35697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13</a:t>
            </a:r>
            <a:endParaRPr lang="en-US" dirty="0"/>
          </a:p>
        </p:txBody>
      </p:sp>
      <p:sp>
        <p:nvSpPr>
          <p:cNvPr id="144" name="TextBox 143"/>
          <p:cNvSpPr txBox="1"/>
          <p:nvPr/>
        </p:nvSpPr>
        <p:spPr>
          <a:xfrm>
            <a:off x="-76200" y="32649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14</a:t>
            </a:r>
            <a:endParaRPr lang="en-US" dirty="0"/>
          </a:p>
        </p:txBody>
      </p:sp>
      <p:sp>
        <p:nvSpPr>
          <p:cNvPr id="145" name="TextBox 144"/>
          <p:cNvSpPr txBox="1"/>
          <p:nvPr/>
        </p:nvSpPr>
        <p:spPr>
          <a:xfrm>
            <a:off x="-37704" y="29834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15</a:t>
            </a:r>
            <a:endParaRPr lang="en-US" dirty="0"/>
          </a:p>
        </p:txBody>
      </p:sp>
      <p:sp>
        <p:nvSpPr>
          <p:cNvPr id="146" name="TextBox 145"/>
          <p:cNvSpPr txBox="1"/>
          <p:nvPr/>
        </p:nvSpPr>
        <p:spPr>
          <a:xfrm>
            <a:off x="-76200" y="27548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16</a:t>
            </a:r>
            <a:endParaRPr lang="en-US" dirty="0"/>
          </a:p>
        </p:txBody>
      </p:sp>
      <p:cxnSp>
        <p:nvCxnSpPr>
          <p:cNvPr id="153" name="Straight Connector 152"/>
          <p:cNvCxnSpPr/>
          <p:nvPr/>
        </p:nvCxnSpPr>
        <p:spPr>
          <a:xfrm>
            <a:off x="5562600" y="5040868"/>
            <a:ext cx="762000" cy="158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4" name="Group 55"/>
          <p:cNvGrpSpPr/>
          <p:nvPr/>
        </p:nvGrpSpPr>
        <p:grpSpPr>
          <a:xfrm>
            <a:off x="5562600" y="4813856"/>
            <a:ext cx="762000" cy="1588"/>
            <a:chOff x="3962400" y="5562600"/>
            <a:chExt cx="762000" cy="1588"/>
          </a:xfrm>
        </p:grpSpPr>
        <p:cxnSp>
          <p:nvCxnSpPr>
            <p:cNvPr id="155" name="Straight Connector 154"/>
            <p:cNvCxnSpPr/>
            <p:nvPr/>
          </p:nvCxnSpPr>
          <p:spPr>
            <a:xfrm>
              <a:off x="44196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/>
            <p:nvPr/>
          </p:nvCxnSpPr>
          <p:spPr>
            <a:xfrm>
              <a:off x="39624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7" name="Group 58"/>
          <p:cNvGrpSpPr/>
          <p:nvPr/>
        </p:nvGrpSpPr>
        <p:grpSpPr>
          <a:xfrm>
            <a:off x="5562600" y="4507468"/>
            <a:ext cx="762000" cy="1588"/>
            <a:chOff x="3962400" y="5562600"/>
            <a:chExt cx="762000" cy="1588"/>
          </a:xfrm>
        </p:grpSpPr>
        <p:cxnSp>
          <p:nvCxnSpPr>
            <p:cNvPr id="158" name="Straight Connector 157"/>
            <p:cNvCxnSpPr/>
            <p:nvPr/>
          </p:nvCxnSpPr>
          <p:spPr>
            <a:xfrm>
              <a:off x="44196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/>
            <p:cNvCxnSpPr/>
            <p:nvPr/>
          </p:nvCxnSpPr>
          <p:spPr>
            <a:xfrm>
              <a:off x="39624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0" name="Straight Connector 159"/>
          <p:cNvCxnSpPr/>
          <p:nvPr/>
        </p:nvCxnSpPr>
        <p:spPr>
          <a:xfrm>
            <a:off x="5562600" y="4278868"/>
            <a:ext cx="762000" cy="158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/>
          <p:nvPr/>
        </p:nvCxnSpPr>
        <p:spPr>
          <a:xfrm>
            <a:off x="5562600" y="4050268"/>
            <a:ext cx="762000" cy="158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/>
          <p:cNvCxnSpPr/>
          <p:nvPr/>
        </p:nvCxnSpPr>
        <p:spPr>
          <a:xfrm>
            <a:off x="5562600" y="3821668"/>
            <a:ext cx="762000" cy="158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/>
        </p:nvCxnSpPr>
        <p:spPr>
          <a:xfrm>
            <a:off x="4114800" y="4886880"/>
            <a:ext cx="762000" cy="158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74"/>
          <p:cNvGrpSpPr/>
          <p:nvPr/>
        </p:nvGrpSpPr>
        <p:grpSpPr>
          <a:xfrm>
            <a:off x="4114800" y="4582080"/>
            <a:ext cx="762000" cy="1588"/>
            <a:chOff x="3962400" y="5562600"/>
            <a:chExt cx="762000" cy="1588"/>
          </a:xfrm>
        </p:grpSpPr>
        <p:cxnSp>
          <p:nvCxnSpPr>
            <p:cNvPr id="174" name="Straight Connector 173"/>
            <p:cNvCxnSpPr/>
            <p:nvPr/>
          </p:nvCxnSpPr>
          <p:spPr>
            <a:xfrm>
              <a:off x="44196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>
            <a:xfrm>
              <a:off x="39624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77"/>
          <p:cNvGrpSpPr/>
          <p:nvPr/>
        </p:nvGrpSpPr>
        <p:grpSpPr>
          <a:xfrm>
            <a:off x="4114800" y="4353480"/>
            <a:ext cx="762000" cy="1588"/>
            <a:chOff x="3962400" y="5562600"/>
            <a:chExt cx="762000" cy="1588"/>
          </a:xfrm>
        </p:grpSpPr>
        <p:cxnSp>
          <p:nvCxnSpPr>
            <p:cNvPr id="177" name="Straight Connector 176"/>
            <p:cNvCxnSpPr/>
            <p:nvPr/>
          </p:nvCxnSpPr>
          <p:spPr>
            <a:xfrm>
              <a:off x="44196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>
              <a:off x="39624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80"/>
          <p:cNvGrpSpPr/>
          <p:nvPr/>
        </p:nvGrpSpPr>
        <p:grpSpPr>
          <a:xfrm>
            <a:off x="4114800" y="4050268"/>
            <a:ext cx="762000" cy="1588"/>
            <a:chOff x="3962400" y="5562600"/>
            <a:chExt cx="762000" cy="1588"/>
          </a:xfrm>
        </p:grpSpPr>
        <p:cxnSp>
          <p:nvCxnSpPr>
            <p:cNvPr id="180" name="Straight Connector 179"/>
            <p:cNvCxnSpPr/>
            <p:nvPr/>
          </p:nvCxnSpPr>
          <p:spPr>
            <a:xfrm>
              <a:off x="44196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>
              <a:off x="39624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2" name="Straight Connector 181"/>
          <p:cNvCxnSpPr/>
          <p:nvPr/>
        </p:nvCxnSpPr>
        <p:spPr>
          <a:xfrm>
            <a:off x="4114800" y="3821668"/>
            <a:ext cx="762000" cy="158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/>
        </p:nvGrpSpPr>
        <p:grpSpPr>
          <a:xfrm>
            <a:off x="5562600" y="5204936"/>
            <a:ext cx="1139886" cy="738664"/>
            <a:chOff x="5562600" y="5204936"/>
            <a:chExt cx="1139886" cy="738664"/>
          </a:xfrm>
        </p:grpSpPr>
        <p:sp>
          <p:nvSpPr>
            <p:cNvPr id="183" name="TextBox 182"/>
            <p:cNvSpPr txBox="1"/>
            <p:nvPr/>
          </p:nvSpPr>
          <p:spPr>
            <a:xfrm>
              <a:off x="6400800" y="5574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grpSp>
          <p:nvGrpSpPr>
            <p:cNvPr id="204" name="Group 203"/>
            <p:cNvGrpSpPr/>
            <p:nvPr/>
          </p:nvGrpSpPr>
          <p:grpSpPr>
            <a:xfrm>
              <a:off x="5562600" y="5204936"/>
              <a:ext cx="1139886" cy="447120"/>
              <a:chOff x="5562600" y="5204936"/>
              <a:chExt cx="1139886" cy="447120"/>
            </a:xfrm>
          </p:grpSpPr>
          <p:grpSp>
            <p:nvGrpSpPr>
              <p:cNvPr id="147" name="Group 47"/>
              <p:cNvGrpSpPr/>
              <p:nvPr/>
            </p:nvGrpSpPr>
            <p:grpSpPr>
              <a:xfrm>
                <a:off x="5562600" y="5650468"/>
                <a:ext cx="762000" cy="1588"/>
                <a:chOff x="3962400" y="5562600"/>
                <a:chExt cx="762000" cy="1588"/>
              </a:xfrm>
            </p:grpSpPr>
            <p:cxnSp>
              <p:nvCxnSpPr>
                <p:cNvPr id="148" name="Straight Connector 147"/>
                <p:cNvCxnSpPr/>
                <p:nvPr/>
              </p:nvCxnSpPr>
              <p:spPr>
                <a:xfrm>
                  <a:off x="4419600" y="5562600"/>
                  <a:ext cx="304800" cy="1588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Straight Connector 148"/>
                <p:cNvCxnSpPr/>
                <p:nvPr/>
              </p:nvCxnSpPr>
              <p:spPr>
                <a:xfrm>
                  <a:off x="3962400" y="5562600"/>
                  <a:ext cx="304800" cy="1588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0" name="Group 48"/>
              <p:cNvGrpSpPr/>
              <p:nvPr/>
            </p:nvGrpSpPr>
            <p:grpSpPr>
              <a:xfrm>
                <a:off x="5562600" y="5344080"/>
                <a:ext cx="762000" cy="1588"/>
                <a:chOff x="3962400" y="5562600"/>
                <a:chExt cx="762000" cy="1588"/>
              </a:xfrm>
            </p:grpSpPr>
            <p:cxnSp>
              <p:nvCxnSpPr>
                <p:cNvPr id="151" name="Straight Connector 150"/>
                <p:cNvCxnSpPr/>
                <p:nvPr/>
              </p:nvCxnSpPr>
              <p:spPr>
                <a:xfrm>
                  <a:off x="4419600" y="5562600"/>
                  <a:ext cx="304800" cy="1588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Straight Connector 151"/>
                <p:cNvCxnSpPr/>
                <p:nvPr/>
              </p:nvCxnSpPr>
              <p:spPr>
                <a:xfrm>
                  <a:off x="3962400" y="5562600"/>
                  <a:ext cx="304800" cy="1588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4" name="TextBox 183"/>
              <p:cNvSpPr txBox="1"/>
              <p:nvPr/>
            </p:nvSpPr>
            <p:spPr>
              <a:xfrm>
                <a:off x="6400800" y="52049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2</a:t>
                </a:r>
                <a:endParaRPr lang="en-US" dirty="0"/>
              </a:p>
            </p:txBody>
          </p:sp>
        </p:grpSp>
      </p:grpSp>
      <p:sp>
        <p:nvSpPr>
          <p:cNvPr id="185" name="TextBox 184"/>
          <p:cNvSpPr txBox="1"/>
          <p:nvPr/>
        </p:nvSpPr>
        <p:spPr>
          <a:xfrm>
            <a:off x="6400800" y="4888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186" name="TextBox 185"/>
          <p:cNvSpPr txBox="1"/>
          <p:nvPr/>
        </p:nvSpPr>
        <p:spPr>
          <a:xfrm>
            <a:off x="6400800" y="4659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187" name="TextBox 186"/>
          <p:cNvSpPr txBox="1"/>
          <p:nvPr/>
        </p:nvSpPr>
        <p:spPr>
          <a:xfrm>
            <a:off x="6400800" y="4431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188" name="TextBox 187"/>
          <p:cNvSpPr txBox="1"/>
          <p:nvPr/>
        </p:nvSpPr>
        <p:spPr>
          <a:xfrm>
            <a:off x="6403914" y="4126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189" name="TextBox 188"/>
          <p:cNvSpPr txBox="1"/>
          <p:nvPr/>
        </p:nvSpPr>
        <p:spPr>
          <a:xfrm>
            <a:off x="6400800" y="3821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190" name="TextBox 189"/>
          <p:cNvSpPr txBox="1"/>
          <p:nvPr/>
        </p:nvSpPr>
        <p:spPr>
          <a:xfrm>
            <a:off x="6400800" y="3604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grpSp>
        <p:nvGrpSpPr>
          <p:cNvPr id="206" name="Group 205"/>
          <p:cNvGrpSpPr/>
          <p:nvPr/>
        </p:nvGrpSpPr>
        <p:grpSpPr>
          <a:xfrm>
            <a:off x="3733800" y="4976336"/>
            <a:ext cx="1143000" cy="902732"/>
            <a:chOff x="3733800" y="4976336"/>
            <a:chExt cx="1143000" cy="902732"/>
          </a:xfrm>
        </p:grpSpPr>
        <p:sp>
          <p:nvSpPr>
            <p:cNvPr id="191" name="TextBox 190"/>
            <p:cNvSpPr txBox="1"/>
            <p:nvPr/>
          </p:nvSpPr>
          <p:spPr>
            <a:xfrm>
              <a:off x="3810000" y="550973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9</a:t>
              </a:r>
              <a:endParaRPr lang="en-US" dirty="0"/>
            </a:p>
          </p:txBody>
        </p:sp>
        <p:grpSp>
          <p:nvGrpSpPr>
            <p:cNvPr id="205" name="Group 204"/>
            <p:cNvGrpSpPr/>
            <p:nvPr/>
          </p:nvGrpSpPr>
          <p:grpSpPr>
            <a:xfrm>
              <a:off x="3733800" y="4976336"/>
              <a:ext cx="1143000" cy="677308"/>
              <a:chOff x="3733800" y="4976336"/>
              <a:chExt cx="1143000" cy="677308"/>
            </a:xfrm>
          </p:grpSpPr>
          <p:grpSp>
            <p:nvGrpSpPr>
              <p:cNvPr id="163" name="Group 64"/>
              <p:cNvGrpSpPr/>
              <p:nvPr/>
            </p:nvGrpSpPr>
            <p:grpSpPr>
              <a:xfrm>
                <a:off x="4114800" y="5652056"/>
                <a:ext cx="762000" cy="1588"/>
                <a:chOff x="3962400" y="5562600"/>
                <a:chExt cx="762000" cy="1588"/>
              </a:xfrm>
            </p:grpSpPr>
            <p:cxnSp>
              <p:nvCxnSpPr>
                <p:cNvPr id="164" name="Straight Connector 163"/>
                <p:cNvCxnSpPr/>
                <p:nvPr/>
              </p:nvCxnSpPr>
              <p:spPr>
                <a:xfrm>
                  <a:off x="4419600" y="5562600"/>
                  <a:ext cx="304800" cy="1588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Straight Connector 164"/>
                <p:cNvCxnSpPr/>
                <p:nvPr/>
              </p:nvCxnSpPr>
              <p:spPr>
                <a:xfrm>
                  <a:off x="3962400" y="5562600"/>
                  <a:ext cx="304800" cy="1588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67"/>
              <p:cNvGrpSpPr/>
              <p:nvPr/>
            </p:nvGrpSpPr>
            <p:grpSpPr>
              <a:xfrm>
                <a:off x="4114800" y="5345668"/>
                <a:ext cx="762000" cy="1588"/>
                <a:chOff x="3962400" y="5562600"/>
                <a:chExt cx="762000" cy="1588"/>
              </a:xfrm>
            </p:grpSpPr>
            <p:cxnSp>
              <p:nvCxnSpPr>
                <p:cNvPr id="167" name="Straight Connector 166"/>
                <p:cNvCxnSpPr/>
                <p:nvPr/>
              </p:nvCxnSpPr>
              <p:spPr>
                <a:xfrm>
                  <a:off x="4419600" y="5562600"/>
                  <a:ext cx="304800" cy="1588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Connector 167"/>
                <p:cNvCxnSpPr/>
                <p:nvPr/>
              </p:nvCxnSpPr>
              <p:spPr>
                <a:xfrm>
                  <a:off x="3962400" y="5562600"/>
                  <a:ext cx="304800" cy="1588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70"/>
              <p:cNvGrpSpPr/>
              <p:nvPr/>
            </p:nvGrpSpPr>
            <p:grpSpPr>
              <a:xfrm>
                <a:off x="4114800" y="5115480"/>
                <a:ext cx="762000" cy="1588"/>
                <a:chOff x="3962400" y="5562600"/>
                <a:chExt cx="762000" cy="1588"/>
              </a:xfrm>
            </p:grpSpPr>
            <p:cxnSp>
              <p:nvCxnSpPr>
                <p:cNvPr id="170" name="Straight Connector 169"/>
                <p:cNvCxnSpPr/>
                <p:nvPr/>
              </p:nvCxnSpPr>
              <p:spPr>
                <a:xfrm>
                  <a:off x="4419600" y="5562600"/>
                  <a:ext cx="304800" cy="1588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1" name="Straight Connector 170"/>
                <p:cNvCxnSpPr/>
                <p:nvPr/>
              </p:nvCxnSpPr>
              <p:spPr>
                <a:xfrm>
                  <a:off x="3962400" y="5562600"/>
                  <a:ext cx="304800" cy="1588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2" name="TextBox 191"/>
              <p:cNvSpPr txBox="1"/>
              <p:nvPr/>
            </p:nvSpPr>
            <p:spPr>
              <a:xfrm>
                <a:off x="3733800" y="5204936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10</a:t>
                </a:r>
                <a:endParaRPr lang="en-US" dirty="0"/>
              </a:p>
            </p:txBody>
          </p:sp>
          <p:sp>
            <p:nvSpPr>
              <p:cNvPr id="193" name="TextBox 192"/>
              <p:cNvSpPr txBox="1"/>
              <p:nvPr/>
            </p:nvSpPr>
            <p:spPr>
              <a:xfrm>
                <a:off x="3733800" y="4976336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11</a:t>
                </a:r>
                <a:endParaRPr lang="en-US" dirty="0"/>
              </a:p>
            </p:txBody>
          </p:sp>
        </p:grpSp>
      </p:grpSp>
      <p:sp>
        <p:nvSpPr>
          <p:cNvPr id="194" name="TextBox 193"/>
          <p:cNvSpPr txBox="1"/>
          <p:nvPr/>
        </p:nvSpPr>
        <p:spPr>
          <a:xfrm>
            <a:off x="3733800" y="467153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195" name="TextBox 194"/>
          <p:cNvSpPr txBox="1"/>
          <p:nvPr/>
        </p:nvSpPr>
        <p:spPr>
          <a:xfrm>
            <a:off x="3733800" y="4343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13</a:t>
            </a:r>
            <a:endParaRPr lang="en-US" dirty="0"/>
          </a:p>
        </p:txBody>
      </p:sp>
      <p:sp>
        <p:nvSpPr>
          <p:cNvPr id="196" name="TextBox 195"/>
          <p:cNvSpPr txBox="1"/>
          <p:nvPr/>
        </p:nvSpPr>
        <p:spPr>
          <a:xfrm>
            <a:off x="3733800" y="4038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14</a:t>
            </a:r>
            <a:endParaRPr lang="en-US" dirty="0"/>
          </a:p>
        </p:txBody>
      </p:sp>
      <p:sp>
        <p:nvSpPr>
          <p:cNvPr id="197" name="TextBox 196"/>
          <p:cNvSpPr txBox="1"/>
          <p:nvPr/>
        </p:nvSpPr>
        <p:spPr>
          <a:xfrm>
            <a:off x="3772296" y="375713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15</a:t>
            </a:r>
            <a:endParaRPr lang="en-US" dirty="0"/>
          </a:p>
        </p:txBody>
      </p:sp>
      <p:sp>
        <p:nvSpPr>
          <p:cNvPr id="198" name="TextBox 197"/>
          <p:cNvSpPr txBox="1"/>
          <p:nvPr/>
        </p:nvSpPr>
        <p:spPr>
          <a:xfrm>
            <a:off x="3733800" y="352853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16</a:t>
            </a:r>
            <a:endParaRPr lang="en-US" dirty="0"/>
          </a:p>
        </p:txBody>
      </p:sp>
      <p:cxnSp>
        <p:nvCxnSpPr>
          <p:cNvPr id="200" name="Straight Arrow Connector 199"/>
          <p:cNvCxnSpPr/>
          <p:nvPr/>
        </p:nvCxnSpPr>
        <p:spPr>
          <a:xfrm rot="5400000">
            <a:off x="5029200" y="2133600"/>
            <a:ext cx="26670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/>
          <p:cNvCxnSpPr/>
          <p:nvPr/>
        </p:nvCxnSpPr>
        <p:spPr>
          <a:xfrm rot="5400000">
            <a:off x="4267200" y="1371600"/>
            <a:ext cx="2667000" cy="2057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Date Placeholder 19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15FD5-1C31-4606-A07E-3620073DCCFA}" type="datetime9">
              <a:rPr lang="en-US" smtClean="0"/>
              <a:t>4/6/2025 2:38:45 PM</a:t>
            </a:fld>
            <a:endParaRPr 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6" dur="1"/>
                                        <p:tgtEl>
                                          <p:spTgt spid="18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4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9" dur="1"/>
                                        <p:tgtEl>
                                          <p:spTgt spid="15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4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22" dur="1"/>
                                        <p:tgtEl>
                                          <p:spTgt spid="15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4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25" dur="1"/>
                                        <p:tgtEl>
                                          <p:spTgt spid="18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4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28" dur="1"/>
                                        <p:tgtEl>
                                          <p:spTgt spid="17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4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31" dur="1"/>
                                        <p:tgtEl>
                                          <p:spTgt spid="19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4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34" dur="1"/>
                                        <p:tgtEl>
                                          <p:spTgt spid="19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4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37" dur="1"/>
                                        <p:tgtEl>
                                          <p:spTgt spid="17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4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40" dur="1"/>
                                        <p:tgtEl>
                                          <p:spTgt spid="8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4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43" dur="1"/>
                                        <p:tgtEl>
                                          <p:spTgt spid="8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0" dur="1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66667E-6 7.27105E-6 L 6.66667E-6 -0.0777 " pathEditMode="relative" ptsTypes="AA">
                                      <p:cBhvr>
                                        <p:cTn id="52" dur="2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1.3691E-6 L -2.77778E-7 -0.07771 " pathEditMode="relative" ptsTypes="AA">
                                      <p:cBhvr>
                                        <p:cTn id="54" dur="20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" grpId="0" animBg="1"/>
      <p:bldP spid="185" grpId="0"/>
      <p:bldP spid="186" grpId="0"/>
      <p:bldP spid="194" grpId="0"/>
      <p:bldP spid="19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Pre-DivinationLesson0.5IfaMayami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grpSp>
        <p:nvGrpSpPr>
          <p:cNvPr id="10" name="Group 58"/>
          <p:cNvGrpSpPr/>
          <p:nvPr/>
        </p:nvGrpSpPr>
        <p:grpSpPr>
          <a:xfrm>
            <a:off x="3886200" y="2426732"/>
            <a:ext cx="762000" cy="1588"/>
            <a:chOff x="3962400" y="5562600"/>
            <a:chExt cx="762000" cy="1588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44196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9624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Straight Connector 12"/>
          <p:cNvCxnSpPr/>
          <p:nvPr/>
        </p:nvCxnSpPr>
        <p:spPr>
          <a:xfrm>
            <a:off x="3886200" y="2198132"/>
            <a:ext cx="762000" cy="158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886200" y="1969532"/>
            <a:ext cx="762000" cy="158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886200" y="1740932"/>
            <a:ext cx="762000" cy="158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77"/>
          <p:cNvGrpSpPr/>
          <p:nvPr/>
        </p:nvGrpSpPr>
        <p:grpSpPr>
          <a:xfrm>
            <a:off x="2438400" y="2272744"/>
            <a:ext cx="762000" cy="1588"/>
            <a:chOff x="3962400" y="5562600"/>
            <a:chExt cx="762000" cy="1588"/>
          </a:xfrm>
        </p:grpSpPr>
        <p:cxnSp>
          <p:nvCxnSpPr>
            <p:cNvPr id="21" name="Straight Connector 20"/>
            <p:cNvCxnSpPr/>
            <p:nvPr/>
          </p:nvCxnSpPr>
          <p:spPr>
            <a:xfrm>
              <a:off x="44196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39624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80"/>
          <p:cNvGrpSpPr/>
          <p:nvPr/>
        </p:nvGrpSpPr>
        <p:grpSpPr>
          <a:xfrm>
            <a:off x="2438400" y="1969532"/>
            <a:ext cx="762000" cy="1588"/>
            <a:chOff x="3962400" y="5562600"/>
            <a:chExt cx="762000" cy="1588"/>
          </a:xfrm>
        </p:grpSpPr>
        <p:cxnSp>
          <p:nvCxnSpPr>
            <p:cNvPr id="24" name="Straight Connector 23"/>
            <p:cNvCxnSpPr/>
            <p:nvPr/>
          </p:nvCxnSpPr>
          <p:spPr>
            <a:xfrm>
              <a:off x="44196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3962400" y="5562600"/>
              <a:ext cx="304800" cy="158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Straight Connector 25"/>
          <p:cNvCxnSpPr/>
          <p:nvPr/>
        </p:nvCxnSpPr>
        <p:spPr>
          <a:xfrm>
            <a:off x="2438400" y="1740932"/>
            <a:ext cx="762000" cy="158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/>
          <p:cNvGrpSpPr/>
          <p:nvPr/>
        </p:nvGrpSpPr>
        <p:grpSpPr>
          <a:xfrm>
            <a:off x="3886200" y="2590800"/>
            <a:ext cx="1139886" cy="738664"/>
            <a:chOff x="5562600" y="5204936"/>
            <a:chExt cx="1139886" cy="738664"/>
          </a:xfrm>
        </p:grpSpPr>
        <p:sp>
          <p:nvSpPr>
            <p:cNvPr id="28" name="TextBox 27"/>
            <p:cNvSpPr txBox="1"/>
            <p:nvPr/>
          </p:nvSpPr>
          <p:spPr>
            <a:xfrm>
              <a:off x="6400800" y="5574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grpSp>
          <p:nvGrpSpPr>
            <p:cNvPr id="29" name="Group 203"/>
            <p:cNvGrpSpPr/>
            <p:nvPr/>
          </p:nvGrpSpPr>
          <p:grpSpPr>
            <a:xfrm>
              <a:off x="5562600" y="5204936"/>
              <a:ext cx="1139886" cy="447120"/>
              <a:chOff x="5562600" y="5204936"/>
              <a:chExt cx="1139886" cy="447120"/>
            </a:xfrm>
          </p:grpSpPr>
          <p:grpSp>
            <p:nvGrpSpPr>
              <p:cNvPr id="30" name="Group 47"/>
              <p:cNvGrpSpPr/>
              <p:nvPr/>
            </p:nvGrpSpPr>
            <p:grpSpPr>
              <a:xfrm>
                <a:off x="5562600" y="5650468"/>
                <a:ext cx="762000" cy="1588"/>
                <a:chOff x="3962400" y="5562600"/>
                <a:chExt cx="762000" cy="1588"/>
              </a:xfrm>
            </p:grpSpPr>
            <p:cxnSp>
              <p:nvCxnSpPr>
                <p:cNvPr id="35" name="Straight Connector 34"/>
                <p:cNvCxnSpPr/>
                <p:nvPr/>
              </p:nvCxnSpPr>
              <p:spPr>
                <a:xfrm>
                  <a:off x="4419600" y="5562600"/>
                  <a:ext cx="304800" cy="1588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/>
                <p:cNvCxnSpPr/>
                <p:nvPr/>
              </p:nvCxnSpPr>
              <p:spPr>
                <a:xfrm>
                  <a:off x="3962400" y="5562600"/>
                  <a:ext cx="304800" cy="1588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" name="Group 48"/>
              <p:cNvGrpSpPr/>
              <p:nvPr/>
            </p:nvGrpSpPr>
            <p:grpSpPr>
              <a:xfrm>
                <a:off x="5562600" y="5344080"/>
                <a:ext cx="762000" cy="1588"/>
                <a:chOff x="3962400" y="5562600"/>
                <a:chExt cx="762000" cy="1588"/>
              </a:xfrm>
            </p:grpSpPr>
            <p:cxnSp>
              <p:nvCxnSpPr>
                <p:cNvPr id="33" name="Straight Connector 32"/>
                <p:cNvCxnSpPr/>
                <p:nvPr/>
              </p:nvCxnSpPr>
              <p:spPr>
                <a:xfrm>
                  <a:off x="4419600" y="5562600"/>
                  <a:ext cx="304800" cy="1588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/>
                <p:cNvCxnSpPr/>
                <p:nvPr/>
              </p:nvCxnSpPr>
              <p:spPr>
                <a:xfrm>
                  <a:off x="3962400" y="5562600"/>
                  <a:ext cx="304800" cy="1588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2" name="TextBox 31"/>
              <p:cNvSpPr txBox="1"/>
              <p:nvPr/>
            </p:nvSpPr>
            <p:spPr>
              <a:xfrm>
                <a:off x="6400800" y="52049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2</a:t>
                </a:r>
                <a:endParaRPr lang="en-US" dirty="0"/>
              </a:p>
            </p:txBody>
          </p:sp>
        </p:grpSp>
      </p:grpSp>
      <p:sp>
        <p:nvSpPr>
          <p:cNvPr id="39" name="TextBox 38"/>
          <p:cNvSpPr txBox="1"/>
          <p:nvPr/>
        </p:nvSpPr>
        <p:spPr>
          <a:xfrm>
            <a:off x="4724400" y="23505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4727514" y="204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724400" y="17409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4724400" y="1524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grpSp>
        <p:nvGrpSpPr>
          <p:cNvPr id="43" name="Group 42"/>
          <p:cNvGrpSpPr/>
          <p:nvPr/>
        </p:nvGrpSpPr>
        <p:grpSpPr>
          <a:xfrm>
            <a:off x="2057400" y="2362200"/>
            <a:ext cx="1143000" cy="902732"/>
            <a:chOff x="3733800" y="4976336"/>
            <a:chExt cx="1143000" cy="902732"/>
          </a:xfrm>
        </p:grpSpPr>
        <p:sp>
          <p:nvSpPr>
            <p:cNvPr id="44" name="TextBox 43"/>
            <p:cNvSpPr txBox="1"/>
            <p:nvPr/>
          </p:nvSpPr>
          <p:spPr>
            <a:xfrm>
              <a:off x="3810000" y="550973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9</a:t>
              </a:r>
              <a:endParaRPr lang="en-US" dirty="0"/>
            </a:p>
          </p:txBody>
        </p:sp>
        <p:grpSp>
          <p:nvGrpSpPr>
            <p:cNvPr id="45" name="Group 204"/>
            <p:cNvGrpSpPr/>
            <p:nvPr/>
          </p:nvGrpSpPr>
          <p:grpSpPr>
            <a:xfrm>
              <a:off x="3733800" y="4976336"/>
              <a:ext cx="1143000" cy="677308"/>
              <a:chOff x="3733800" y="4976336"/>
              <a:chExt cx="1143000" cy="677308"/>
            </a:xfrm>
          </p:grpSpPr>
          <p:grpSp>
            <p:nvGrpSpPr>
              <p:cNvPr id="46" name="Group 64"/>
              <p:cNvGrpSpPr/>
              <p:nvPr/>
            </p:nvGrpSpPr>
            <p:grpSpPr>
              <a:xfrm>
                <a:off x="4114800" y="5652056"/>
                <a:ext cx="762000" cy="1588"/>
                <a:chOff x="3962400" y="5562600"/>
                <a:chExt cx="762000" cy="1588"/>
              </a:xfrm>
            </p:grpSpPr>
            <p:cxnSp>
              <p:nvCxnSpPr>
                <p:cNvPr id="55" name="Straight Connector 54"/>
                <p:cNvCxnSpPr/>
                <p:nvPr/>
              </p:nvCxnSpPr>
              <p:spPr>
                <a:xfrm>
                  <a:off x="4419600" y="5562600"/>
                  <a:ext cx="304800" cy="1588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>
                <a:xfrm>
                  <a:off x="3962400" y="5562600"/>
                  <a:ext cx="304800" cy="1588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7" name="Group 67"/>
              <p:cNvGrpSpPr/>
              <p:nvPr/>
            </p:nvGrpSpPr>
            <p:grpSpPr>
              <a:xfrm>
                <a:off x="4114800" y="5345668"/>
                <a:ext cx="762000" cy="1588"/>
                <a:chOff x="3962400" y="5562600"/>
                <a:chExt cx="762000" cy="1588"/>
              </a:xfrm>
            </p:grpSpPr>
            <p:cxnSp>
              <p:nvCxnSpPr>
                <p:cNvPr id="53" name="Straight Connector 52"/>
                <p:cNvCxnSpPr/>
                <p:nvPr/>
              </p:nvCxnSpPr>
              <p:spPr>
                <a:xfrm>
                  <a:off x="4419600" y="5562600"/>
                  <a:ext cx="304800" cy="1588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>
                <a:xfrm>
                  <a:off x="3962400" y="5562600"/>
                  <a:ext cx="304800" cy="1588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8" name="Group 70"/>
              <p:cNvGrpSpPr/>
              <p:nvPr/>
            </p:nvGrpSpPr>
            <p:grpSpPr>
              <a:xfrm>
                <a:off x="4114800" y="5115480"/>
                <a:ext cx="762000" cy="1588"/>
                <a:chOff x="3962400" y="5562600"/>
                <a:chExt cx="762000" cy="1588"/>
              </a:xfrm>
            </p:grpSpPr>
            <p:cxnSp>
              <p:nvCxnSpPr>
                <p:cNvPr id="51" name="Straight Connector 50"/>
                <p:cNvCxnSpPr/>
                <p:nvPr/>
              </p:nvCxnSpPr>
              <p:spPr>
                <a:xfrm>
                  <a:off x="4419600" y="5562600"/>
                  <a:ext cx="304800" cy="1588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/>
                <p:cNvCxnSpPr/>
                <p:nvPr/>
              </p:nvCxnSpPr>
              <p:spPr>
                <a:xfrm>
                  <a:off x="3962400" y="5562600"/>
                  <a:ext cx="304800" cy="1588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9" name="TextBox 48"/>
              <p:cNvSpPr txBox="1"/>
              <p:nvPr/>
            </p:nvSpPr>
            <p:spPr>
              <a:xfrm>
                <a:off x="3733800" y="5204936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10</a:t>
                </a:r>
                <a:endParaRPr lang="en-US" dirty="0"/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3733800" y="4976336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11</a:t>
                </a:r>
                <a:endParaRPr lang="en-US" dirty="0"/>
              </a:p>
            </p:txBody>
          </p:sp>
        </p:grpSp>
      </p:grpSp>
      <p:sp>
        <p:nvSpPr>
          <p:cNvPr id="59" name="TextBox 58"/>
          <p:cNvSpPr txBox="1"/>
          <p:nvPr/>
        </p:nvSpPr>
        <p:spPr>
          <a:xfrm>
            <a:off x="2057400" y="19578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14</a:t>
            </a:r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2095896" y="1676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15</a:t>
            </a:r>
            <a:endParaRPr 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2057400" y="14478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16</a:t>
            </a:r>
            <a:endParaRPr 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914400" y="228600"/>
            <a:ext cx="4024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The resulting two side by side hexagrams</a:t>
            </a:r>
            <a:endParaRPr lang="en-US" dirty="0"/>
          </a:p>
        </p:txBody>
      </p:sp>
      <p:pic>
        <p:nvPicPr>
          <p:cNvPr id="63" name="Picture 62" descr="favicon-32x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52400"/>
            <a:ext cx="304800" cy="304800"/>
          </a:xfrm>
          <a:prstGeom prst="rect">
            <a:avLst/>
          </a:prstGeom>
        </p:spPr>
      </p:pic>
      <p:sp>
        <p:nvSpPr>
          <p:cNvPr id="64" name="Date Placeholder 6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4F56E-6094-4D4C-9615-B36423502CD2}" type="datetime9">
              <a:rPr lang="en-US" smtClean="0"/>
              <a:t>4/6/2025 2:38:55 PM</a:t>
            </a:fld>
            <a:endParaRPr 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298</Words>
  <Application>Microsoft Office PowerPoint</Application>
  <PresentationFormat>On-screen Show (4:3)</PresentationFormat>
  <Paragraphs>124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IfaMayami Insert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IfaMayami Insert</dc:title>
  <dc:creator>SwamiG</dc:creator>
  <cp:lastModifiedBy>SwamiG Institute</cp:lastModifiedBy>
  <cp:revision>52</cp:revision>
  <dcterms:created xsi:type="dcterms:W3CDTF">2006-08-16T00:00:00Z</dcterms:created>
  <dcterms:modified xsi:type="dcterms:W3CDTF">2025-04-06T18:39:19Z</dcterms:modified>
</cp:coreProperties>
</file>